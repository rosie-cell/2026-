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80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C4F11051-EA29-4028-B6F3-8FFB6857A173}">
          <p14:sldIdLst>
            <p14:sldId id="258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826B50"/>
    <a:srgbClr val="987D5D"/>
    <a:srgbClr val="B8A994"/>
    <a:srgbClr val="A68D6E"/>
    <a:srgbClr val="91877C"/>
    <a:srgbClr val="8497B0"/>
    <a:srgbClr val="F38181"/>
    <a:srgbClr val="EAF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8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42" y="600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9E5A9-D30E-449C-9D7F-B33FD6C219E1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B356D-1DC5-4599-A79B-9D65F68E5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97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356D-1DC5-4599-A79B-9D65F68E5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91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B356D-1DC5-4599-A79B-9D65F68E5FC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532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15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82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754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37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74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57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25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61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43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28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81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D6714-FC2D-42BC-9B71-AC26EBDFAA6B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ADDCD-634B-4347-8CE5-4D69811A8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44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725A422E-E3E1-05EB-D002-3B170C15CE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1" y="663138"/>
            <a:ext cx="13411199" cy="5531723"/>
          </a:xfrm>
          <a:prstGeom prst="rect">
            <a:avLst/>
          </a:prstGeom>
        </p:spPr>
      </p:pic>
      <p:sp>
        <p:nvSpPr>
          <p:cNvPr id="14" name="PA_矩形 13"/>
          <p:cNvSpPr/>
          <p:nvPr>
            <p:custDataLst>
              <p:tags r:id="rId2"/>
            </p:custDataLst>
          </p:nvPr>
        </p:nvSpPr>
        <p:spPr>
          <a:xfrm>
            <a:off x="-609600" y="0"/>
            <a:ext cx="13411200" cy="6590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PA_矩形 14"/>
          <p:cNvSpPr/>
          <p:nvPr>
            <p:custDataLst>
              <p:tags r:id="rId3"/>
            </p:custDataLst>
          </p:nvPr>
        </p:nvSpPr>
        <p:spPr>
          <a:xfrm>
            <a:off x="-609600" y="6134100"/>
            <a:ext cx="13411200" cy="7156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66CF2C-2EBA-C780-02DC-4B29951DB2EA}"/>
              </a:ext>
            </a:extLst>
          </p:cNvPr>
          <p:cNvSpPr/>
          <p:nvPr/>
        </p:nvSpPr>
        <p:spPr>
          <a:xfrm>
            <a:off x="-609601" y="659016"/>
            <a:ext cx="13411199" cy="5527603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_只为设计_文本框 10"/>
          <p:cNvSpPr txBox="1"/>
          <p:nvPr>
            <p:custDataLst>
              <p:tags r:id="rId4"/>
            </p:custDataLst>
          </p:nvPr>
        </p:nvSpPr>
        <p:spPr>
          <a:xfrm>
            <a:off x="3028014" y="2333753"/>
            <a:ext cx="5932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haroni" panose="02010803020104030203" pitchFamily="2" charset="-79"/>
              </a:rPr>
              <a:t>历史的回响，伤痛的警示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93BD9F-B919-C877-C4C9-4C0EC808491E}"/>
              </a:ext>
            </a:extLst>
          </p:cNvPr>
          <p:cNvSpPr txBox="1"/>
          <p:nvPr/>
        </p:nvSpPr>
        <p:spPr>
          <a:xfrm>
            <a:off x="5002305" y="3420932"/>
            <a:ext cx="1962929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汇报人：顾桂榕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903F5D-62BE-8F68-A5E9-2808498A5513}"/>
              </a:ext>
            </a:extLst>
          </p:cNvPr>
          <p:cNvSpPr txBox="1"/>
          <p:nvPr/>
        </p:nvSpPr>
        <p:spPr>
          <a:xfrm>
            <a:off x="5002305" y="3965309"/>
            <a:ext cx="24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时间：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20260623</a:t>
            </a:r>
            <a:endParaRPr lang="zh-CN" altLang="en-US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3375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9300">
        <p159:morph option="byObject"/>
      </p:transition>
    </mc:Choice>
    <mc:Fallback>
      <p:transition spd="slow" advTm="9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sin(rand(10))/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sin(rand(10))/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7073" y="140503"/>
            <a:ext cx="522878" cy="234148"/>
          </a:xfrm>
          <a:prstGeom prst="rect">
            <a:avLst/>
          </a:prstGeom>
          <a:solidFill>
            <a:srgbClr val="987D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3945" y="111155"/>
            <a:ext cx="1279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haroni" panose="02010803020104030203" pitchFamily="2" charset="-79"/>
              </a:rPr>
              <a:t>日评会</a:t>
            </a:r>
          </a:p>
        </p:txBody>
      </p:sp>
      <p:sp>
        <p:nvSpPr>
          <p:cNvPr id="9" name="PA_库_任意多边形 1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167438" y="3615053"/>
            <a:ext cx="1417305" cy="1423494"/>
          </a:xfrm>
          <a:custGeom>
            <a:avLst/>
            <a:gdLst>
              <a:gd name="T0" fmla="*/ 0 w 2320"/>
              <a:gd name="T1" fmla="*/ 1620 h 2320"/>
              <a:gd name="T2" fmla="*/ 700 w 2320"/>
              <a:gd name="T3" fmla="*/ 2320 h 2320"/>
              <a:gd name="T4" fmla="*/ 2320 w 2320"/>
              <a:gd name="T5" fmla="*/ 2320 h 2320"/>
              <a:gd name="T6" fmla="*/ 2320 w 2320"/>
              <a:gd name="T7" fmla="*/ 700 h 2320"/>
              <a:gd name="T8" fmla="*/ 1620 w 2320"/>
              <a:gd name="T9" fmla="*/ 0 h 2320"/>
              <a:gd name="T10" fmla="*/ 0 w 2320"/>
              <a:gd name="T11" fmla="*/ 0 h 2320"/>
              <a:gd name="T12" fmla="*/ 0 w 2320"/>
              <a:gd name="T13" fmla="*/ 162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0" y="1620"/>
                </a:moveTo>
                <a:cubicBezTo>
                  <a:pt x="0" y="2005"/>
                  <a:pt x="315" y="2320"/>
                  <a:pt x="700" y="2320"/>
                </a:cubicBezTo>
                <a:cubicBezTo>
                  <a:pt x="1240" y="2320"/>
                  <a:pt x="1780" y="2320"/>
                  <a:pt x="2320" y="2320"/>
                </a:cubicBezTo>
                <a:cubicBezTo>
                  <a:pt x="2320" y="1780"/>
                  <a:pt x="2320" y="1240"/>
                  <a:pt x="2320" y="700"/>
                </a:cubicBezTo>
                <a:cubicBezTo>
                  <a:pt x="2320" y="315"/>
                  <a:pt x="2005" y="0"/>
                  <a:pt x="1620" y="0"/>
                </a:cubicBezTo>
                <a:cubicBezTo>
                  <a:pt x="1080" y="0"/>
                  <a:pt x="540" y="0"/>
                  <a:pt x="0" y="0"/>
                </a:cubicBezTo>
                <a:lnTo>
                  <a:pt x="0" y="1620"/>
                </a:lnTo>
                <a:close/>
              </a:path>
            </a:pathLst>
          </a:custGeom>
          <a:solidFill>
            <a:srgbClr val="987D5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10" name="PA_库_任意多边形 13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661041" y="3615053"/>
            <a:ext cx="1417305" cy="1423494"/>
          </a:xfrm>
          <a:custGeom>
            <a:avLst/>
            <a:gdLst>
              <a:gd name="T0" fmla="*/ 2320 w 2320"/>
              <a:gd name="T1" fmla="*/ 1620 h 2320"/>
              <a:gd name="T2" fmla="*/ 1620 w 2320"/>
              <a:gd name="T3" fmla="*/ 2320 h 2320"/>
              <a:gd name="T4" fmla="*/ 0 w 2320"/>
              <a:gd name="T5" fmla="*/ 2320 h 2320"/>
              <a:gd name="T6" fmla="*/ 0 w 2320"/>
              <a:gd name="T7" fmla="*/ 700 h 2320"/>
              <a:gd name="T8" fmla="*/ 700 w 2320"/>
              <a:gd name="T9" fmla="*/ 0 h 2320"/>
              <a:gd name="T10" fmla="*/ 2320 w 2320"/>
              <a:gd name="T11" fmla="*/ 0 h 2320"/>
              <a:gd name="T12" fmla="*/ 2320 w 2320"/>
              <a:gd name="T13" fmla="*/ 162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2320" y="1620"/>
                </a:moveTo>
                <a:cubicBezTo>
                  <a:pt x="2320" y="2005"/>
                  <a:pt x="2005" y="2320"/>
                  <a:pt x="1620" y="2320"/>
                </a:cubicBezTo>
                <a:cubicBezTo>
                  <a:pt x="1080" y="2320"/>
                  <a:pt x="540" y="2320"/>
                  <a:pt x="0" y="2320"/>
                </a:cubicBezTo>
                <a:cubicBezTo>
                  <a:pt x="0" y="1780"/>
                  <a:pt x="0" y="1240"/>
                  <a:pt x="0" y="700"/>
                </a:cubicBezTo>
                <a:cubicBezTo>
                  <a:pt x="0" y="315"/>
                  <a:pt x="315" y="0"/>
                  <a:pt x="700" y="0"/>
                </a:cubicBezTo>
                <a:cubicBezTo>
                  <a:pt x="1240" y="0"/>
                  <a:pt x="1780" y="0"/>
                  <a:pt x="2320" y="0"/>
                </a:cubicBezTo>
                <a:lnTo>
                  <a:pt x="2320" y="1620"/>
                </a:lnTo>
                <a:close/>
              </a:path>
            </a:pathLst>
          </a:custGeom>
          <a:solidFill>
            <a:srgbClr val="826B5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PA_库_任意多边形 14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167438" y="2108345"/>
            <a:ext cx="1417305" cy="1420401"/>
          </a:xfrm>
          <a:custGeom>
            <a:avLst/>
            <a:gdLst>
              <a:gd name="T0" fmla="*/ 0 w 2320"/>
              <a:gd name="T1" fmla="*/ 700 h 2320"/>
              <a:gd name="T2" fmla="*/ 700 w 2320"/>
              <a:gd name="T3" fmla="*/ 0 h 2320"/>
              <a:gd name="T4" fmla="*/ 2320 w 2320"/>
              <a:gd name="T5" fmla="*/ 0 h 2320"/>
              <a:gd name="T6" fmla="*/ 2320 w 2320"/>
              <a:gd name="T7" fmla="*/ 1620 h 2320"/>
              <a:gd name="T8" fmla="*/ 1620 w 2320"/>
              <a:gd name="T9" fmla="*/ 2320 h 2320"/>
              <a:gd name="T10" fmla="*/ 0 w 2320"/>
              <a:gd name="T11" fmla="*/ 2320 h 2320"/>
              <a:gd name="T12" fmla="*/ 0 w 2320"/>
              <a:gd name="T13" fmla="*/ 70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0" y="700"/>
                </a:moveTo>
                <a:cubicBezTo>
                  <a:pt x="0" y="315"/>
                  <a:pt x="315" y="0"/>
                  <a:pt x="700" y="0"/>
                </a:cubicBezTo>
                <a:cubicBezTo>
                  <a:pt x="1240" y="0"/>
                  <a:pt x="1780" y="0"/>
                  <a:pt x="2320" y="0"/>
                </a:cubicBezTo>
                <a:cubicBezTo>
                  <a:pt x="2320" y="540"/>
                  <a:pt x="2320" y="1080"/>
                  <a:pt x="2320" y="1620"/>
                </a:cubicBezTo>
                <a:cubicBezTo>
                  <a:pt x="2320" y="2005"/>
                  <a:pt x="2005" y="2320"/>
                  <a:pt x="1620" y="2320"/>
                </a:cubicBezTo>
                <a:cubicBezTo>
                  <a:pt x="1080" y="2320"/>
                  <a:pt x="540" y="2320"/>
                  <a:pt x="0" y="2320"/>
                </a:cubicBezTo>
                <a:lnTo>
                  <a:pt x="0" y="700"/>
                </a:lnTo>
                <a:close/>
              </a:path>
            </a:pathLst>
          </a:custGeom>
          <a:solidFill>
            <a:srgbClr val="A68D6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PA_库_任意多边形 15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4661041" y="2108345"/>
            <a:ext cx="1417305" cy="1420401"/>
          </a:xfrm>
          <a:custGeom>
            <a:avLst/>
            <a:gdLst>
              <a:gd name="T0" fmla="*/ 2320 w 2320"/>
              <a:gd name="T1" fmla="*/ 700 h 2320"/>
              <a:gd name="T2" fmla="*/ 1620 w 2320"/>
              <a:gd name="T3" fmla="*/ 0 h 2320"/>
              <a:gd name="T4" fmla="*/ 0 w 2320"/>
              <a:gd name="T5" fmla="*/ 0 h 2320"/>
              <a:gd name="T6" fmla="*/ 0 w 2320"/>
              <a:gd name="T7" fmla="*/ 1620 h 2320"/>
              <a:gd name="T8" fmla="*/ 700 w 2320"/>
              <a:gd name="T9" fmla="*/ 2320 h 2320"/>
              <a:gd name="T10" fmla="*/ 2320 w 2320"/>
              <a:gd name="T11" fmla="*/ 2320 h 2320"/>
              <a:gd name="T12" fmla="*/ 2320 w 2320"/>
              <a:gd name="T13" fmla="*/ 70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0" h="2320">
                <a:moveTo>
                  <a:pt x="2320" y="700"/>
                </a:moveTo>
                <a:cubicBezTo>
                  <a:pt x="2320" y="315"/>
                  <a:pt x="2005" y="0"/>
                  <a:pt x="1620" y="0"/>
                </a:cubicBezTo>
                <a:cubicBezTo>
                  <a:pt x="1080" y="0"/>
                  <a:pt x="540" y="0"/>
                  <a:pt x="0" y="0"/>
                </a:cubicBezTo>
                <a:cubicBezTo>
                  <a:pt x="0" y="540"/>
                  <a:pt x="0" y="1080"/>
                  <a:pt x="0" y="1620"/>
                </a:cubicBezTo>
                <a:cubicBezTo>
                  <a:pt x="0" y="2005"/>
                  <a:pt x="315" y="2320"/>
                  <a:pt x="700" y="2320"/>
                </a:cubicBezTo>
                <a:cubicBezTo>
                  <a:pt x="1240" y="2320"/>
                  <a:pt x="1780" y="2320"/>
                  <a:pt x="2320" y="2320"/>
                </a:cubicBezTo>
                <a:lnTo>
                  <a:pt x="2320" y="700"/>
                </a:lnTo>
                <a:close/>
              </a:path>
            </a:pathLst>
          </a:custGeom>
          <a:solidFill>
            <a:srgbClr val="B8A99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60213" y="2012559"/>
            <a:ext cx="3411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个人工作</a:t>
            </a:r>
          </a:p>
        </p:txBody>
      </p:sp>
      <p:sp>
        <p:nvSpPr>
          <p:cNvPr id="16" name="矩形 15"/>
          <p:cNvSpPr/>
          <p:nvPr/>
        </p:nvSpPr>
        <p:spPr>
          <a:xfrm>
            <a:off x="1160213" y="4181276"/>
            <a:ext cx="3411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人道主义光辉</a:t>
            </a:r>
            <a:endParaRPr lang="en-US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r"/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人类命运共同体</a:t>
            </a:r>
          </a:p>
        </p:txBody>
      </p:sp>
      <p:sp>
        <p:nvSpPr>
          <p:cNvPr id="17" name="矩形 16"/>
          <p:cNvSpPr/>
          <p:nvPr/>
        </p:nvSpPr>
        <p:spPr>
          <a:xfrm>
            <a:off x="7713413" y="2012559"/>
            <a:ext cx="3411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中国共产党的深明大义</a:t>
            </a:r>
            <a:endParaRPr lang="en-US" altLang="zh-CN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正确领导</a:t>
            </a:r>
          </a:p>
        </p:txBody>
      </p:sp>
      <p:sp>
        <p:nvSpPr>
          <p:cNvPr id="18" name="矩形 17"/>
          <p:cNvSpPr/>
          <p:nvPr/>
        </p:nvSpPr>
        <p:spPr>
          <a:xfrm>
            <a:off x="7713413" y="4167667"/>
            <a:ext cx="3411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  <a:endParaRPr lang="zh-CN" altLang="en-US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5369693" y="3105858"/>
            <a:ext cx="6711976" cy="4374573"/>
          </a:xfrm>
          <a:prstGeom prst="line">
            <a:avLst/>
          </a:prstGeom>
          <a:ln>
            <a:solidFill>
              <a:srgbClr val="987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563726" y="-586500"/>
            <a:ext cx="3008222" cy="1960629"/>
          </a:xfrm>
          <a:prstGeom prst="line">
            <a:avLst/>
          </a:prstGeom>
          <a:ln>
            <a:solidFill>
              <a:srgbClr val="987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60213" y="5547412"/>
            <a:ext cx="2195775" cy="1431109"/>
          </a:xfrm>
          <a:prstGeom prst="line">
            <a:avLst/>
          </a:prstGeom>
          <a:ln>
            <a:solidFill>
              <a:srgbClr val="987D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144295" y="2526682"/>
            <a:ext cx="53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  <a:endParaRPr lang="zh-CN" alt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24750" y="2526682"/>
            <a:ext cx="53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</a:t>
            </a:r>
            <a:endParaRPr lang="zh-CN" alt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24750" y="4079708"/>
            <a:ext cx="53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</a:t>
            </a:r>
            <a:endParaRPr lang="zh-CN" alt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144296" y="4079708"/>
            <a:ext cx="536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</a:t>
            </a:r>
            <a:endParaRPr lang="zh-CN" alt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3489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(-#ppt_w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(-#ppt_h/2*cos(ppt_r/180*pi)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-#ppt_h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-#ppt_w)*((1.5-1.5*$)^2-(1.5-1.5*$)^3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Name&quot;:&quot;无&quot;,&quot;HeaderHeight&quot;:0.0,&quot;TopMargin&quot;:0.0,&quot;FooterHeight&quot;:0.0,&quot;BottomMargin&quot;:0.0,&quot;SideMargin&quot;:0.0,&quot;IntervalMargin&quot;:0.0,&quot;Id&quot;:&quot;GuidesStyle_None&quot;}"/>
  <p:tag name="ISPRING_SCORM_RATE_SLIDES" val="0"/>
  <p:tag name="ISPRING_SCORM_RATE_QUIZZES" val="0"/>
  <p:tag name="ISPRING_SCORM_PASSING_SCORE" val="0.000000"/>
  <p:tag name="ISPRING_ULTRA_SCORM_COURSE_ID" val="8194615A-EEC0-4F77-A2D9-65831B972FEF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C:\Users\Administrator\Desktop"/>
  <p:tag name="ISPRING_PRESENTATION_TITLE" val="沉稳1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2.6|2.6|2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87D5D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38</Words>
  <Application>Microsoft Office PowerPoint</Application>
  <PresentationFormat>宽屏</PresentationFormat>
  <Paragraphs>16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Aharoni</vt:lpstr>
      <vt:lpstr>Arial</vt:lpstr>
      <vt:lpstr>等线</vt:lpstr>
      <vt:lpstr>等线 Light</vt:lpstr>
      <vt:lpstr>华文中宋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微信公众号：设计指引</dc:creator>
  <cp:keywords/>
  <dc:description/>
  <cp:lastModifiedBy>939184971@qq.com</cp:lastModifiedBy>
  <cp:revision>176</cp:revision>
  <dcterms:created xsi:type="dcterms:W3CDTF">2017-08-04T01:48:18Z</dcterms:created>
  <dcterms:modified xsi:type="dcterms:W3CDTF">2026-06-23T10:27:30Z</dcterms:modified>
</cp:coreProperties>
</file>